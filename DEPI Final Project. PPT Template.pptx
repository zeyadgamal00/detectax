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54738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563226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1: Cover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Slide3: Project Wireframe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user journey (from onboarding to core features) |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C0D188A-CD11-26E7-E30C-D2B575BD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Data flow (how data is collected, stored, and accessed).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C4BBA22-CDA6-3850-DD7E-C95D6BC57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sz="18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99E71A1-4829-BC9E-C5A6-F525FE278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10: Thank You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82470E1C-1572-7112-FE61-29E317F6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lang="en-US" sz="22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r="37210"/>
          <a:stretch/>
        </p:blipFill>
        <p:spPr>
          <a:xfrm>
            <a:off x="3581401" y="833618"/>
            <a:ext cx="3259238" cy="51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for DEPI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Feel free To use it  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8FC0520-D428-BF01-1A65-AD3E9120A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2150166-55C0-F834-5D5E-7CD41C8E1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1601340-C566-EBE9-855E-4B345537A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C595512-9025-A7D7-1698-7895E5D90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F997C52-334A-9A93-CE32-2523FC45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31617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2E9D845-DEE3-CECB-B60D-3E139DB6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26748DA-8DE8-EFD5-3B01-0D1E56FA1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Picture 1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65D20B10-1317-F29F-FDDB-2A3283207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6273" y="6347222"/>
            <a:ext cx="1475520" cy="383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Mohammed 20210753</cp:lastModifiedBy>
  <cp:revision>1</cp:revision>
  <dcterms:created xsi:type="dcterms:W3CDTF">2024-03-14T10:03:54Z</dcterms:created>
  <dcterms:modified xsi:type="dcterms:W3CDTF">2025-08-18T12:59:41Z</dcterms:modified>
</cp:coreProperties>
</file>