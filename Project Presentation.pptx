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D55B4-87F9-F924-8A3D-A3E7DEBA6F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0417DC-025B-F1EB-ABFD-1C8DDC71F7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65178A-32D0-4C20-D15F-7AFE8F7FD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B5174-4846-51B8-AAA5-2E4D075C9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A6650-FF5D-78AB-EC78-11344A0A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5465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538DB-32AF-ACF1-5AAE-3C0D834E2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835FC-4365-A13B-32F1-45E397A348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36A4E7-0C6C-2C99-8F44-E42739951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DBBB12-52F2-DBE5-20AD-80F2E15B0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0F1AA-AF27-58DA-0E13-C4E1B5D9D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1595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3CB78-D5CE-3CA6-D070-C5887F024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D6A4FB-5F8C-B812-CBE7-BC06268FB5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A7BEC4-DABE-7757-284D-8162748C3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50856E-EAD6-0E13-FCD9-8140872C8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DDE862-8D19-EDBD-8C89-87B0C5B4C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83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5A25D9-4834-C3E7-5867-301EEDEDF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958DF8-6BEB-57E0-D53C-E55B668CA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5D5FB1-AC72-A61A-5E1B-B5E162717E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672E04-91E1-66BE-1524-C666ACC42E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429878-FA66-2E89-FE8A-2040DE28B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6FDB7B-BD0F-37BD-AC09-EB97CBDF62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919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03DF2-529C-147D-0173-1DCB6393A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DCD701-904E-F4A1-4AD5-3F5B2C2B6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27412F-76C3-8D59-F4D6-42740B929C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EB3B19-E2AB-BC1C-7021-734DB9739D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1A681B-6654-B1D9-3C52-901E0D73F0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3E9AD9-9848-BDD1-F8A5-0F04646CD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E75FF7-1D47-28C3-B2D5-A3BD12ED9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F1BB9D-23A8-34BE-A8D5-B3A0F9352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0205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BC8E0-B2D9-00AF-990B-1876EBEBD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D3E669-1D16-7C26-4150-5009F9765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96765F-AC0F-ABB8-206E-A7786342D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3AA2BF-E8C8-E323-B618-40BC3BBFB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292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93080B-2EEC-8F91-CDAC-E41AF857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FCA599-6251-892C-6A37-35B2FBE26D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D7D9D2-EC45-86A0-4CA9-C5B0C0CB8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558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E1D77B-8F06-BE36-F710-96A70AAF03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B5E352-B946-BED1-01B5-63F9790B23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A76061-CA2C-6688-DA48-946C587742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CE3AB-E1C1-0183-5237-A63F5C71F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D87BE7-D4D2-1489-CA06-B3D553D70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4467EA-D063-6544-1FF3-4C8FB5FB8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314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55805-D395-F5C9-B637-26A46D6AF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B74FF6-A82E-79AD-1D4C-80E4A67681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4406DD-EF76-5A1E-3811-F902F830E7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C17501-67E3-F929-1A1C-8B6513B69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D8228A-F9A4-A938-CBC4-CA16A642E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4EF814-F318-6A34-EBE8-D855F6889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6373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1070B-02EE-A57E-3DF3-5EEB898BF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2E89B7-0F20-909C-423A-652C71469D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2A5A6-A5AE-C667-CBF0-5BDA300194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BEF09-A4A3-1941-1675-C7863A5E1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9FBFF2-FFC4-729A-7BBB-EBAF0A645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48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AF165A6-1889-062A-ED72-95B9126EE41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C65F65A-867E-D247-34A9-A5AEC0587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1DA953-79B6-7FF0-DCD8-10F68BB54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EA106-9FB7-1023-4496-4FB118BEE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961783-C4C3-FD68-28D2-E1EDB43B4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7835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8E213B-277A-269E-A272-C1BF9ADA4A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27E2C-966D-CB4F-5A4C-ABA9C14AB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1C1669-1D5E-9B27-0870-4B83C32412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CFBB6E8-0A02-4A94-A152-1B264A307525}" type="datetimeFigureOut">
              <a:rPr lang="en-US" smtClean="0"/>
              <a:t>11/15/2025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4DC593-F0EE-7C91-004A-31CA7ECFD1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4EC757-CE80-3BDE-87E2-876F1509D8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6FF759-6C32-48FC-9D6D-0393A2E4F0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4903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logo of a bird with a magnifying glass&#10;&#10;AI-generated content may be incorrect.">
            <a:extLst>
              <a:ext uri="{FF2B5EF4-FFF2-40B4-BE49-F238E27FC236}">
                <a16:creationId xmlns:a16="http://schemas.microsoft.com/office/drawing/2014/main" id="{A787B719-0DBC-DAD7-012E-0B0A98D4A6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470" r="9089" b="19607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77573F2-585D-FE33-052F-BFC9120059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>
                <a:solidFill>
                  <a:schemeClr val="bg1"/>
                </a:solidFill>
              </a:rPr>
              <a:t>Image Classification &amp; Object Detection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92545-1AE5-7832-3C60-54831098B6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r>
              <a:rPr lang="en-US" sz="2000">
                <a:solidFill>
                  <a:schemeClr val="bg1"/>
                </a:solidFill>
              </a:rPr>
              <a:t>Digital Egyptian Pioneers “DEPI” Round 3 Graduation Project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087553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5BBC49-0195-9796-5F15-C2FDC2B19B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69925"/>
            <a:ext cx="4508946" cy="1325563"/>
          </a:xfrm>
        </p:spPr>
        <p:txBody>
          <a:bodyPr anchor="b">
            <a:normAutofit/>
          </a:bodyPr>
          <a:lstStyle/>
          <a:p>
            <a:pPr algn="r"/>
            <a:r>
              <a:rPr lang="en-US">
                <a:solidFill>
                  <a:schemeClr val="bg1"/>
                </a:solidFill>
              </a:rPr>
              <a:t>Introduction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E504C98-6397-41C1-A8D8-2D9C4ED307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126210" y="2026340"/>
            <a:ext cx="5220936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7B8AF-27AB-DA90-9EB9-740B488747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2667" y="2398957"/>
            <a:ext cx="9406666" cy="3526144"/>
          </a:xfrm>
        </p:spPr>
        <p:txBody>
          <a:bodyPr>
            <a:normAutofit/>
          </a:bodyPr>
          <a:lstStyle/>
          <a:p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D005C1-8C51-42D6-9BEE-B9B838497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3118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16</Words>
  <Application>Microsoft Office PowerPoint</Application>
  <PresentationFormat>Widescreen</PresentationFormat>
  <Paragraphs>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Office Theme</vt:lpstr>
      <vt:lpstr>Image Classification &amp; Object Detection</vt:lpstr>
      <vt:lpstr>Introduction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eng.2021001</dc:creator>
  <cp:lastModifiedBy>eng.2021001</cp:lastModifiedBy>
  <cp:revision>1</cp:revision>
  <dcterms:created xsi:type="dcterms:W3CDTF">2025-11-15T12:30:52Z</dcterms:created>
  <dcterms:modified xsi:type="dcterms:W3CDTF">2025-11-15T13:37:27Z</dcterms:modified>
</cp:coreProperties>
</file>